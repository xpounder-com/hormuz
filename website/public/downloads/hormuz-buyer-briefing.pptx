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a28278347e4fdb" /><Relationship Type="http://schemas.openxmlformats.org/officeDocument/2006/relationships/extended-properties" Target="/docProps/app.xml" Id="R794ec79d280845e6" /><Relationship Type="http://schemas.openxmlformats.org/officeDocument/2006/relationships/officeDocument" Target="/ppt/presentation.xml" Id="Rf6f7e91ff5884f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6005e08f954fdd"/>
  </p:sldMasterIdLst>
  <p:notesMasterIdLst>
    <p:notesMasterId xmlns:r="http://schemas.openxmlformats.org/officeDocument/2006/relationships" r:id="R4c21589d282a4a7f"/>
  </p:notesMasterIdLst>
  <p:sldIdLst>
    <p:sldId xmlns:r="http://schemas.openxmlformats.org/officeDocument/2006/relationships" id="256" r:id="R9ea205da86e34341"/>
    <p:sldId xmlns:r="http://schemas.openxmlformats.org/officeDocument/2006/relationships" id="257" r:id="Re130d9e3926441b8"/>
    <p:sldId xmlns:r="http://schemas.openxmlformats.org/officeDocument/2006/relationships" id="258" r:id="R6bf087821f11416f"/>
    <p:sldId xmlns:r="http://schemas.openxmlformats.org/officeDocument/2006/relationships" id="259" r:id="Ra745340050d84e75"/>
    <p:sldId xmlns:r="http://schemas.openxmlformats.org/officeDocument/2006/relationships" id="260" r:id="R4ff689c1404d4d0a"/>
    <p:sldId xmlns:r="http://schemas.openxmlformats.org/officeDocument/2006/relationships" id="261" r:id="R553eef0cb4004a08"/>
    <p:sldId xmlns:r="http://schemas.openxmlformats.org/officeDocument/2006/relationships" id="262" r:id="R3d584900ef184b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47b9298813400c" /><Relationship Type="http://schemas.openxmlformats.org/officeDocument/2006/relationships/slideMaster" Target="/ppt/slideMasters/slideMaster1.xml" Id="Ref6005e08f954fdd" /><Relationship Type="http://schemas.openxmlformats.org/officeDocument/2006/relationships/notesMaster" Target="/ppt/notesMasters/notesMaster1.xml" Id="R4c21589d282a4a7f" /><Relationship Type="http://schemas.openxmlformats.org/officeDocument/2006/relationships/presProps" Target="/ppt/presProps.xml" Id="R807ed322f2fb4596" /><Relationship Type="http://schemas.openxmlformats.org/officeDocument/2006/relationships/tableStyles" Target="/ppt/tableStyles.xml" Id="Rac4c851fa69944d8" /><Relationship Type="http://schemas.openxmlformats.org/officeDocument/2006/relationships/slide" Target="/ppt/slides/slide1.xml" Id="R9ea205da86e34341" /><Relationship Type="http://schemas.openxmlformats.org/officeDocument/2006/relationships/slide" Target="/ppt/slides/slide2.xml" Id="Re130d9e3926441b8" /><Relationship Type="http://schemas.openxmlformats.org/officeDocument/2006/relationships/slide" Target="/ppt/slides/slide3.xml" Id="R6bf087821f11416f" /><Relationship Type="http://schemas.openxmlformats.org/officeDocument/2006/relationships/slide" Target="/ppt/slides/slide4.xml" Id="Ra745340050d84e75" /><Relationship Type="http://schemas.openxmlformats.org/officeDocument/2006/relationships/slide" Target="/ppt/slides/slide5.xml" Id="R4ff689c1404d4d0a" /><Relationship Type="http://schemas.openxmlformats.org/officeDocument/2006/relationships/slide" Target="/ppt/slides/slide6.xml" Id="R553eef0cb4004a08" /><Relationship Type="http://schemas.openxmlformats.org/officeDocument/2006/relationships/slide" Target="/ppt/slides/slide7.xml" Id="R3d584900ef184b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4c054c6d9a46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068d655b114a21" /><Relationship Type="http://schemas.openxmlformats.org/officeDocument/2006/relationships/notesMaster" Target="/ppt/notesMasters/notesMaster1.xml" Id="Re975a794fede4b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77ea46ee8544eb" /><Relationship Type="http://schemas.openxmlformats.org/officeDocument/2006/relationships/notesMaster" Target="/ppt/notesMasters/notesMaster1.xml" Id="R01fea710eb7949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0cdc3d20b749b2" /><Relationship Type="http://schemas.openxmlformats.org/officeDocument/2006/relationships/notesMaster" Target="/ppt/notesMasters/notesMaster1.xml" Id="Rd190e16aa50040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a7f148dde14d68" /><Relationship Type="http://schemas.openxmlformats.org/officeDocument/2006/relationships/notesMaster" Target="/ppt/notesMasters/notesMaster1.xml" Id="Rece862b1479b4e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44598d7f6e460c" /><Relationship Type="http://schemas.openxmlformats.org/officeDocument/2006/relationships/notesMaster" Target="/ppt/notesMasters/notesMaster1.xml" Id="R8c12f744bf8a4b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2167c18d144156" /><Relationship Type="http://schemas.openxmlformats.org/officeDocument/2006/relationships/notesMaster" Target="/ppt/notesMasters/notesMaster1.xml" Id="R5c972407ea3142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08c3a1b4bb4a8c" /><Relationship Type="http://schemas.openxmlformats.org/officeDocument/2006/relationships/notesMaster" Target="/ppt/notesMasters/notesMaster1.xml" Id="R0ad2097fc4804d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b212c2cf0a46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cba998af4541ba" /><Relationship Type="http://schemas.openxmlformats.org/officeDocument/2006/relationships/slideLayout" Target="/ppt/slideLayouts/slideLayout1.xml" Id="R03d5c8606ee846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d5c8606ee846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18d39eaef4963" /><Relationship Type="http://schemas.openxmlformats.org/officeDocument/2006/relationships/image" Target="/ppt/media/image.png" Id="Rc17a4ad40bc641d0" /><Relationship Type="http://schemas.openxmlformats.org/officeDocument/2006/relationships/image" Target="/ppt/media/image.svg" Id="R2653d04ca08f4d76" /><Relationship Type="http://schemas.openxmlformats.org/officeDocument/2006/relationships/notesSlide" Target="/ppt/notesSlides/notesSlide1.xml" Id="Rb917cef836ae43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cedc8a9ff4681" /><Relationship Type="http://schemas.openxmlformats.org/officeDocument/2006/relationships/image" Target="/ppt/media/image2.png" Id="Rb449f3dd146d4de7" /><Relationship Type="http://schemas.openxmlformats.org/officeDocument/2006/relationships/image" Target="/ppt/media/image2.svg" Id="Rd48b1636bd4f471b" /><Relationship Type="http://schemas.openxmlformats.org/officeDocument/2006/relationships/notesSlide" Target="/ppt/notesSlides/notesSlide2.xml" Id="Rc8d5f442829441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83511ac59403a" /><Relationship Type="http://schemas.openxmlformats.org/officeDocument/2006/relationships/image" Target="/ppt/media/image3.png" Id="R1b8d69dd191f4867" /><Relationship Type="http://schemas.openxmlformats.org/officeDocument/2006/relationships/image" Target="/ppt/media/image3.svg" Id="R55d3781b8f234c1c" /><Relationship Type="http://schemas.openxmlformats.org/officeDocument/2006/relationships/notesSlide" Target="/ppt/notesSlides/notesSlide3.xml" Id="R300900c3097041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8e4943fca40c9" /><Relationship Type="http://schemas.openxmlformats.org/officeDocument/2006/relationships/image" Target="/ppt/media/image4.png" Id="R09c79ad1460d4631" /><Relationship Type="http://schemas.openxmlformats.org/officeDocument/2006/relationships/image" Target="/ppt/media/image4.svg" Id="R41d023aa434e49d0" /><Relationship Type="http://schemas.openxmlformats.org/officeDocument/2006/relationships/notesSlide" Target="/ppt/notesSlides/notesSlide4.xml" Id="Ra93e828cc1354b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b505513674c8a" /><Relationship Type="http://schemas.openxmlformats.org/officeDocument/2006/relationships/image" Target="/ppt/media/image5.png" Id="R5410740079f04bbb" /><Relationship Type="http://schemas.openxmlformats.org/officeDocument/2006/relationships/image" Target="/ppt/media/image5.svg" Id="R2e776c7a25ae4ce0" /><Relationship Type="http://schemas.openxmlformats.org/officeDocument/2006/relationships/notesSlide" Target="/ppt/notesSlides/notesSlide5.xml" Id="Rf8d8319947dd49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8ac9fc6224019" /><Relationship Type="http://schemas.openxmlformats.org/officeDocument/2006/relationships/image" Target="/ppt/media/image6.png" Id="R4b35893b1ab846f3" /><Relationship Type="http://schemas.openxmlformats.org/officeDocument/2006/relationships/image" Target="/ppt/media/image6.svg" Id="R27c0754e1e434790" /><Relationship Type="http://schemas.openxmlformats.org/officeDocument/2006/relationships/notesSlide" Target="/ppt/notesSlides/notesSlide6.xml" Id="Rc8da44fc17f24c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c9f623f924664" /><Relationship Type="http://schemas.openxmlformats.org/officeDocument/2006/relationships/image" Target="/ppt/media/image7.png" Id="R58dd97a0352d45de" /><Relationship Type="http://schemas.openxmlformats.org/officeDocument/2006/relationships/image" Target="/ppt/media/image7.svg" Id="Rc0c5a4f75bed4854" /><Relationship Type="http://schemas.openxmlformats.org/officeDocument/2006/relationships/notesSlide" Target="/ppt/notesSlides/notesSlide7.xml" Id="R7df7e06575ca48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a4ad40bc641d0">
            <a:extLst>
              <a:ext uri="{96DAC541-7B7A-43D3-8B79-37D633B846F1}">
                <asvg:svgBlip xmlns:asvg="http://schemas.microsoft.com/office/drawing/2016/SVG/main" r:embed="R2653d04ca08f4d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2497F51-B23F-4255-9D1B-D9FC43C5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E9B3292-B54B-4269-885F-535FCF21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B51764-DA82-4DA5-AEC8-F284D759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E7CD798-8734-4629-A8B2-058C689E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6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6F221611-0436-47FE-8284-160E9247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7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75908FF6-23D3-4CB6-B844-22531D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v1.2.0 source release</a:t>
            </a:r>
          </a:p>
        </p:txBody>
      </p:sp>
    </p:spTree>
    <p:extLst>
      <p:ext uri="{BB962C8B-B14F-4D97-AF65-F5344CB8AC3E}">
        <p14:creationId xmlns:p14="http://schemas.microsoft.com/office/powerpoint/2010/main" val="9941470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49f3dd146d4de7">
            <a:extLst>
              <a:ext uri="{96DAC541-7B7A-43D3-8B79-37D633B846F1}">
                <asvg:svgBlip xmlns:asvg="http://schemas.microsoft.com/office/drawing/2016/SVG/main" r:embed="Rd48b1636bd4f471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5B878BD-F515-4A02-8FAA-4A6F1474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A2988A2B-4B03-4D49-906A-BC082481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31E13C8-BF83-4CFC-A082-8E28C802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02E5EE-4D1F-40CF-B5B1-56EA7780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6" name="arrow-one">
            <a:extLst xmlns:a="http://schemas.openxmlformats.org/drawingml/2006/main">
              <a:ext uri="{FF2B5EF4-FFF2-40B4-BE49-F238E27FC236}">
                <a16:creationId xmlns:a16="http://schemas.microsoft.com/office/drawing/2014/main" id="{1063903D-AC72-4799-9C3D-3B4A346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arrow-two">
            <a:extLst xmlns:a="http://schemas.openxmlformats.org/drawingml/2006/main">
              <a:ext uri="{FF2B5EF4-FFF2-40B4-BE49-F238E27FC236}">
                <a16:creationId xmlns:a16="http://schemas.microsoft.com/office/drawing/2014/main" id="{D0BE4B4E-0A02-4860-8198-61560711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34CA1DC1-FACD-4DC4-8F9A-46A08BBB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9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44C76B1B-FA6F-4AE5-9446-BE432494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0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2727CC07-F766-41AE-9AB6-620700AC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1" name="HORMUZ">
            <a:extLst xmlns:a="http://schemas.openxmlformats.org/drawingml/2006/main">
              <a:ext uri="{FF2B5EF4-FFF2-40B4-BE49-F238E27FC236}">
                <a16:creationId xmlns:a16="http://schemas.microsoft.com/office/drawing/2014/main" id="{06284F97-4DA5-4D94-BC9F-149FD5FF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2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745FA606-28D3-4744-A0BC-D5278035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3" name="HORMUZ-body">
            <a:extLst xmlns:a="http://schemas.openxmlformats.org/drawingml/2006/main">
              <a:ext uri="{FF2B5EF4-FFF2-40B4-BE49-F238E27FC236}">
                <a16:creationId xmlns:a16="http://schemas.microsoft.com/office/drawing/2014/main" id="{61AB946A-4064-4AAC-A883-712D8231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4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04EB5027-89FF-47A0-95AC-D56D12CF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5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4267EB83-491A-4BD1-93F5-9D7E506D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6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7BFE4860-19A3-4870-80BA-F4AE2A7C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7" name="metadata">
            <a:extLst xmlns:a="http://schemas.openxmlformats.org/drawingml/2006/main">
              <a:ext uri="{FF2B5EF4-FFF2-40B4-BE49-F238E27FC236}">
                <a16:creationId xmlns:a16="http://schemas.microsoft.com/office/drawing/2014/main" id="{1FEF1AA9-4733-40EB-B5C0-B04FC220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8" name="boundary">
            <a:extLst xmlns:a="http://schemas.openxmlformats.org/drawingml/2006/main">
              <a:ext uri="{FF2B5EF4-FFF2-40B4-BE49-F238E27FC236}">
                <a16:creationId xmlns:a16="http://schemas.microsoft.com/office/drawing/2014/main" id="{DDFEC4BD-903B-439F-B336-4A3ECC1B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1407605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d69dd191f4867">
            <a:extLst>
              <a:ext uri="{96DAC541-7B7A-43D3-8B79-37D633B846F1}">
                <asvg:svgBlip xmlns:asvg="http://schemas.microsoft.com/office/drawing/2016/SVG/main" r:embed="R55d3781b8f234c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E1BA9A2-5EDD-4F1F-B3D6-23BA3924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132B2D7-78D8-4C4A-86A3-43B31D72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1B085A1-3A00-49B8-A802-1AF67C8C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C3DB84-6FAE-4675-8BE9-C6B593E0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6" name="zero">
            <a:extLst xmlns:a="http://schemas.openxmlformats.org/drawingml/2006/main">
              <a:ext uri="{FF2B5EF4-FFF2-40B4-BE49-F238E27FC236}">
                <a16:creationId xmlns:a16="http://schemas.microsoft.com/office/drawing/2014/main" id="{3273CDCC-2B9E-482D-8646-F6182986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zero-label">
            <a:extLst xmlns:a="http://schemas.openxmlformats.org/drawingml/2006/main">
              <a:ext uri="{FF2B5EF4-FFF2-40B4-BE49-F238E27FC236}">
                <a16:creationId xmlns:a16="http://schemas.microsoft.com/office/drawing/2014/main" id="{9C1CFB09-C5E3-49B2-B304-479B3645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8" name="checks">
            <a:extLst xmlns:a="http://schemas.openxmlformats.org/drawingml/2006/main">
              <a:ext uri="{FF2B5EF4-FFF2-40B4-BE49-F238E27FC236}">
                <a16:creationId xmlns:a16="http://schemas.microsoft.com/office/drawing/2014/main" id="{BD7FF8FE-2EDE-414D-A3A6-60996B11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9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3567B68E-0F35-4F9B-847E-60712930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4479014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c79ad1460d4631">
            <a:extLst>
              <a:ext uri="{96DAC541-7B7A-43D3-8B79-37D633B846F1}">
                <asvg:svgBlip xmlns:asvg="http://schemas.microsoft.com/office/drawing/2016/SVG/main" r:embed="R41d023aa434e49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0ECEC6-ECFC-4BBB-AAC9-76B1286C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8BC254C1-F073-4204-9235-AB49CA13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9C40A736-90A4-4E72-90D2-CEF2940F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6DD9CD-96E2-4432-BE7F-31B3B0D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6" name="oss-title">
            <a:extLst xmlns:a="http://schemas.openxmlformats.org/drawingml/2006/main">
              <a:ext uri="{FF2B5EF4-FFF2-40B4-BE49-F238E27FC236}">
                <a16:creationId xmlns:a16="http://schemas.microsoft.com/office/drawing/2014/main" id="{A8DE57E0-F0DE-47C7-AADC-484A192B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7" name="oss-body">
            <a:extLst xmlns:a="http://schemas.openxmlformats.org/drawingml/2006/main">
              <a:ext uri="{FF2B5EF4-FFF2-40B4-BE49-F238E27FC236}">
                <a16:creationId xmlns:a16="http://schemas.microsoft.com/office/drawing/2014/main" id="{11DF5268-794C-47FF-9934-B6AE6270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8" name="paid-title">
            <a:extLst xmlns:a="http://schemas.openxmlformats.org/drawingml/2006/main">
              <a:ext uri="{FF2B5EF4-FFF2-40B4-BE49-F238E27FC236}">
                <a16:creationId xmlns:a16="http://schemas.microsoft.com/office/drawing/2014/main" id="{66E14868-C408-4D4D-83CD-1DB0A2AA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90-day pilot · $15,000</a:t>
            </a:r>
          </a:p>
        </p:txBody>
      </p:sp>
      <p:sp>
        <p:nvSpPr>
          <p:cNvPr id="9" name="paid-body">
            <a:extLst xmlns:a="http://schemas.openxmlformats.org/drawingml/2006/main">
              <a:ext uri="{FF2B5EF4-FFF2-40B4-BE49-F238E27FC236}">
                <a16:creationId xmlns:a16="http://schemas.microsoft.com/office/drawing/2014/main" id="{F2EA2F00-1432-4577-9C12-DD0D14FD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10" name="same-core">
            <a:extLst xmlns:a="http://schemas.openxmlformats.org/drawingml/2006/main">
              <a:ext uri="{FF2B5EF4-FFF2-40B4-BE49-F238E27FC236}">
                <a16:creationId xmlns:a16="http://schemas.microsoft.com/office/drawing/2014/main" id="{77F42F39-D834-44D3-B507-9E94D657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USD · one team, one workflow. Optional support from $2,000/month. Provider usage, infrastructure, and applicable taxes are additional.</a:t>
            </a:r>
          </a:p>
        </p:txBody>
      </p:sp>
    </p:spTree>
    <p:extLst>
      <p:ext uri="{BB962C8B-B14F-4D97-AF65-F5344CB8AC3E}">
        <p14:creationId xmlns:p14="http://schemas.microsoft.com/office/powerpoint/2010/main" val="4336331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0740079f04bbb">
            <a:extLst>
              <a:ext uri="{96DAC541-7B7A-43D3-8B79-37D633B846F1}">
                <asvg:svgBlip xmlns:asvg="http://schemas.microsoft.com/office/drawing/2016/SVG/main" r:embed="R2e776c7a25ae4c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7759EB5-A8AE-49AF-9B3F-826DEFAA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CFE197D5-B1DE-4F67-B653-2A8B07DF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DAA3946-86B2-4AF7-A204-920F146D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677BB0-E4BC-461C-B991-7A721550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6" name="release">
            <a:extLst xmlns:a="http://schemas.openxmlformats.org/drawingml/2006/main">
              <a:ext uri="{FF2B5EF4-FFF2-40B4-BE49-F238E27FC236}">
                <a16:creationId xmlns:a16="http://schemas.microsoft.com/office/drawing/2014/main" id="{31924C3F-FA3F-4786-BCED-E3A2568C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v1.2.0 source + Apple Silicon app</a:t>
            </a:r>
          </a:p>
        </p:txBody>
      </p:sp>
      <p:sp>
        <p:nvSpPr>
          <p:cNvPr id="7" name="oci">
            <a:extLst xmlns:a="http://schemas.openxmlformats.org/drawingml/2006/main">
              <a:ext uri="{FF2B5EF4-FFF2-40B4-BE49-F238E27FC236}">
                <a16:creationId xmlns:a16="http://schemas.microsoft.com/office/drawing/2014/main" id="{236C26CA-11CB-4B41-964D-95704A1A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Signed OCI v1.2.0 linux/amd64 is the matching reference image.</a:t>
            </a:r>
          </a:p>
        </p:txBody>
      </p:sp>
      <p:sp>
        <p:nvSpPr>
          <p:cNvPr id="8" name="operators">
            <a:extLst xmlns:a="http://schemas.openxmlformats.org/drawingml/2006/main">
              <a:ext uri="{FF2B5EF4-FFF2-40B4-BE49-F238E27FC236}">
                <a16:creationId xmlns:a16="http://schemas.microsoft.com/office/drawing/2014/main" id="{4609D079-40D4-43E0-AB32-0E78592A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9" name="nonclaims">
            <a:extLst xmlns:a="http://schemas.openxmlformats.org/drawingml/2006/main">
              <a:ext uri="{FF2B5EF4-FFF2-40B4-BE49-F238E27FC236}">
                <a16:creationId xmlns:a16="http://schemas.microsoft.com/office/drawing/2014/main" id="{05C8BE94-FD1B-4C72-A105-1C7296C0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complete semantic DLP, per-inference human approval, reconciled provider invoices, generally available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4569943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35893b1ab846f3">
            <a:extLst>
              <a:ext uri="{96DAC541-7B7A-43D3-8B79-37D633B846F1}">
                <asvg:svgBlip xmlns:asvg="http://schemas.microsoft.com/office/drawing/2016/SVG/main" r:embed="R27c0754e1e4347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5640054-6E28-4DBC-9A0D-BF77E75E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2A9AF63B-D7A8-4DAB-A812-2FE20D92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DFD61CAB-9B6F-4446-9EE3-171AD3F6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1E0E57-746B-40E1-B3CD-CF20535E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6" name="phase-01">
            <a:extLst xmlns:a="http://schemas.openxmlformats.org/drawingml/2006/main">
              <a:ext uri="{FF2B5EF4-FFF2-40B4-BE49-F238E27FC236}">
                <a16:creationId xmlns:a16="http://schemas.microsoft.com/office/drawing/2014/main" id="{A4D4BAA0-A79C-479A-BD84-8570BD1D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09BBCE4A-5A43-4CB3-BBA0-CD96633F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8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007B8B3F-6431-4EBF-8E5F-F146EA8B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9" name="phase-02">
            <a:extLst xmlns:a="http://schemas.openxmlformats.org/drawingml/2006/main">
              <a:ext uri="{FF2B5EF4-FFF2-40B4-BE49-F238E27FC236}">
                <a16:creationId xmlns:a16="http://schemas.microsoft.com/office/drawing/2014/main" id="{443BF0FB-474C-4DC1-8196-FDBD86B6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304B67F3-C5EF-41F7-8755-3E3D45C7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11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CBFBCAB5-8921-4D64-9FC1-6670DA00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2" name="phase-03">
            <a:extLst xmlns:a="http://schemas.openxmlformats.org/drawingml/2006/main">
              <a:ext uri="{FF2B5EF4-FFF2-40B4-BE49-F238E27FC236}">
                <a16:creationId xmlns:a16="http://schemas.microsoft.com/office/drawing/2014/main" id="{34541B2E-88E6-4B09-8870-7DBCA80D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CA8F7D53-4F01-4E25-8053-2A6086C4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4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6CF362C9-423B-4307-A6EE-34617D4B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5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ECD0DF03-7EC4-4D10-989C-8D0B36AC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1445271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d97a0352d45de">
            <a:extLst>
              <a:ext uri="{96DAC541-7B7A-43D3-8B79-37D633B846F1}">
                <asvg:svgBlip xmlns:asvg="http://schemas.microsoft.com/office/drawing/2016/SVG/main" r:embed="Rc0c5a4f75bed48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5B2D0D-1324-4A9D-966D-25636F9C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690296EC-E36C-40E1-AB4D-031E3A3E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E7101BD9-D8A9-4867-AD46-EAE98482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5229F4-2CFD-451C-8EF4-B338DE01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6" name="next-step">
            <a:extLst xmlns:a="http://schemas.openxmlformats.org/drawingml/2006/main">
              <a:ext uri="{FF2B5EF4-FFF2-40B4-BE49-F238E27FC236}">
                <a16:creationId xmlns:a16="http://schemas.microsoft.com/office/drawing/2014/main" id="{F05CD2F4-1F43-4AB2-AD32-C2169024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7" name="contact">
            <a:extLst xmlns:a="http://schemas.openxmlformats.org/drawingml/2006/main">
              <a:ext uri="{FF2B5EF4-FFF2-40B4-BE49-F238E27FC236}">
                <a16:creationId xmlns:a16="http://schemas.microsoft.com/office/drawing/2014/main" id="{020FCB58-F0E3-4EB8-8CA0-B45356B3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mehrdadz@neuralint.io</a:t>
            </a:r>
          </a:p>
        </p:txBody>
      </p:sp>
      <p:sp>
        <p:nvSpPr>
          <p:cNvPr id="8" name="website">
            <a:extLst xmlns:a="http://schemas.openxmlformats.org/drawingml/2006/main">
              <a:ext uri="{FF2B5EF4-FFF2-40B4-BE49-F238E27FC236}">
                <a16:creationId xmlns:a16="http://schemas.microsoft.com/office/drawing/2014/main" id="{81AB35D1-58B0-43DC-A237-7376AB24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20066806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2026-09-10T16:09:37.2480000Z</dcterms:created>
  <dcterms:modified xsi:type="dcterms:W3CDTF">2026-09-10T16:09:37.2480000Z</dcterms:modified>
</coreProperties>
</file>