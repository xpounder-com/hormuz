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f5eeae0a014641" /><Relationship Type="http://schemas.openxmlformats.org/officeDocument/2006/relationships/extended-properties" Target="/docProps/app.xml" Id="R1a0de2d03fd84745" /><Relationship Type="http://schemas.openxmlformats.org/officeDocument/2006/relationships/officeDocument" Target="/ppt/presentation.xml" Id="R44a6e5ff11564c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678ff44ec7472c"/>
  </p:sldMasterIdLst>
  <p:notesMasterIdLst>
    <p:notesMasterId xmlns:r="http://schemas.openxmlformats.org/officeDocument/2006/relationships" r:id="R6c4e258f1a2a4dac"/>
  </p:notesMasterIdLst>
  <p:sldIdLst>
    <p:sldId xmlns:r="http://schemas.openxmlformats.org/officeDocument/2006/relationships" id="256" r:id="R4af392654473462d"/>
    <p:sldId xmlns:r="http://schemas.openxmlformats.org/officeDocument/2006/relationships" id="257" r:id="R6e281d1a88db4cf2"/>
    <p:sldId xmlns:r="http://schemas.openxmlformats.org/officeDocument/2006/relationships" id="258" r:id="R52521a8e72604288"/>
    <p:sldId xmlns:r="http://schemas.openxmlformats.org/officeDocument/2006/relationships" id="259" r:id="Ra0eeaf6549a742ac"/>
    <p:sldId xmlns:r="http://schemas.openxmlformats.org/officeDocument/2006/relationships" id="260" r:id="Rd3ec1ff23dbb419b"/>
    <p:sldId xmlns:r="http://schemas.openxmlformats.org/officeDocument/2006/relationships" id="261" r:id="R99e811073c7f40b9"/>
    <p:sldId xmlns:r="http://schemas.openxmlformats.org/officeDocument/2006/relationships" id="262" r:id="R409b078b15a543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c255b044834d49" /><Relationship Type="http://schemas.openxmlformats.org/officeDocument/2006/relationships/slideMaster" Target="/ppt/slideMasters/slideMaster1.xml" Id="Rbf678ff44ec7472c" /><Relationship Type="http://schemas.openxmlformats.org/officeDocument/2006/relationships/notesMaster" Target="/ppt/notesMasters/notesMaster1.xml" Id="R6c4e258f1a2a4dac" /><Relationship Type="http://schemas.openxmlformats.org/officeDocument/2006/relationships/presProps" Target="/ppt/presProps.xml" Id="R92bd205eeadc49b6" /><Relationship Type="http://schemas.openxmlformats.org/officeDocument/2006/relationships/tableStyles" Target="/ppt/tableStyles.xml" Id="Rf1c6c32bd49b4287" /><Relationship Type="http://schemas.openxmlformats.org/officeDocument/2006/relationships/slide" Target="/ppt/slides/slide1.xml" Id="R4af392654473462d" /><Relationship Type="http://schemas.openxmlformats.org/officeDocument/2006/relationships/slide" Target="/ppt/slides/slide2.xml" Id="R6e281d1a88db4cf2" /><Relationship Type="http://schemas.openxmlformats.org/officeDocument/2006/relationships/slide" Target="/ppt/slides/slide3.xml" Id="R52521a8e72604288" /><Relationship Type="http://schemas.openxmlformats.org/officeDocument/2006/relationships/slide" Target="/ppt/slides/slide4.xml" Id="Ra0eeaf6549a742ac" /><Relationship Type="http://schemas.openxmlformats.org/officeDocument/2006/relationships/slide" Target="/ppt/slides/slide5.xml" Id="Rd3ec1ff23dbb419b" /><Relationship Type="http://schemas.openxmlformats.org/officeDocument/2006/relationships/slide" Target="/ppt/slides/slide6.xml" Id="R99e811073c7f40b9" /><Relationship Type="http://schemas.openxmlformats.org/officeDocument/2006/relationships/slide" Target="/ppt/slides/slide7.xml" Id="R409b078b15a543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52b518defa41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03a132ee084363" /><Relationship Type="http://schemas.openxmlformats.org/officeDocument/2006/relationships/notesMaster" Target="/ppt/notesMasters/notesMaster1.xml" Id="R43d33a54365f47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da0cf2e1b24393" /><Relationship Type="http://schemas.openxmlformats.org/officeDocument/2006/relationships/notesMaster" Target="/ppt/notesMasters/notesMaster1.xml" Id="R5dbacd87c9664b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fe21465c3742be" /><Relationship Type="http://schemas.openxmlformats.org/officeDocument/2006/relationships/notesMaster" Target="/ppt/notesMasters/notesMaster1.xml" Id="R1c8934f84ce34a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f98f61397e46a5" /><Relationship Type="http://schemas.openxmlformats.org/officeDocument/2006/relationships/notesMaster" Target="/ppt/notesMasters/notesMaster1.xml" Id="Rd1ff9c9a80a04f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4234dee9014b92" /><Relationship Type="http://schemas.openxmlformats.org/officeDocument/2006/relationships/notesMaster" Target="/ppt/notesMasters/notesMaster1.xml" Id="Rf0de4131e74749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cff307812548df" /><Relationship Type="http://schemas.openxmlformats.org/officeDocument/2006/relationships/notesMaster" Target="/ppt/notesMasters/notesMaster1.xml" Id="R09b236d68b164d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0db7ce259440c3" /><Relationship Type="http://schemas.openxmlformats.org/officeDocument/2006/relationships/notesMaster" Target="/ppt/notesMasters/notesMaster1.xml" Id="R0b1825a99d8147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9746e1aea347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0b87c2bd2f42ed" /><Relationship Type="http://schemas.openxmlformats.org/officeDocument/2006/relationships/slideLayout" Target="/ppt/slideLayouts/slideLayout1.xml" Id="Rcd74c0a3afb446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74c0a3afb446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40729af3048f2" /><Relationship Type="http://schemas.openxmlformats.org/officeDocument/2006/relationships/image" Target="/ppt/media/image.png" Id="Rbd2e3ad39de34dbe" /><Relationship Type="http://schemas.openxmlformats.org/officeDocument/2006/relationships/image" Target="/ppt/media/image.svg" Id="R20e7d68db02c484d" /><Relationship Type="http://schemas.openxmlformats.org/officeDocument/2006/relationships/notesSlide" Target="/ppt/notesSlides/notesSlide1.xml" Id="Rfa570d9f9f2f43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9d15be84dc4253" /><Relationship Type="http://schemas.openxmlformats.org/officeDocument/2006/relationships/image" Target="/ppt/media/image2.png" Id="Rf3fc060be9474ee7" /><Relationship Type="http://schemas.openxmlformats.org/officeDocument/2006/relationships/image" Target="/ppt/media/image2.svg" Id="Rfba206b950034001" /><Relationship Type="http://schemas.openxmlformats.org/officeDocument/2006/relationships/notesSlide" Target="/ppt/notesSlides/notesSlide2.xml" Id="R839d9d58d44a4d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d4d3b55414e64" /><Relationship Type="http://schemas.openxmlformats.org/officeDocument/2006/relationships/image" Target="/ppt/media/image3.png" Id="Rb7704ea5c06642df" /><Relationship Type="http://schemas.openxmlformats.org/officeDocument/2006/relationships/image" Target="/ppt/media/image3.svg" Id="R9a2fbc4ebcc14215" /><Relationship Type="http://schemas.openxmlformats.org/officeDocument/2006/relationships/notesSlide" Target="/ppt/notesSlides/notesSlide3.xml" Id="Rd08309ee874740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f7b88f40449cb" /><Relationship Type="http://schemas.openxmlformats.org/officeDocument/2006/relationships/image" Target="/ppt/media/image4.png" Id="Ra6b189ea9011404d" /><Relationship Type="http://schemas.openxmlformats.org/officeDocument/2006/relationships/image" Target="/ppt/media/image4.svg" Id="Ra65760150d6d4a87" /><Relationship Type="http://schemas.openxmlformats.org/officeDocument/2006/relationships/notesSlide" Target="/ppt/notesSlides/notesSlide4.xml" Id="Rb5ab93045dbf40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c8f5505cc4032" /><Relationship Type="http://schemas.openxmlformats.org/officeDocument/2006/relationships/image" Target="/ppt/media/image5.png" Id="R3fc8fd91f8a9423e" /><Relationship Type="http://schemas.openxmlformats.org/officeDocument/2006/relationships/image" Target="/ppt/media/image5.svg" Id="Rb91b5bcd35c042c5" /><Relationship Type="http://schemas.openxmlformats.org/officeDocument/2006/relationships/notesSlide" Target="/ppt/notesSlides/notesSlide5.xml" Id="Ree5c03fa4b3545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5f321c5484887" /><Relationship Type="http://schemas.openxmlformats.org/officeDocument/2006/relationships/image" Target="/ppt/media/image6.png" Id="Rb9af62fff40047fe" /><Relationship Type="http://schemas.openxmlformats.org/officeDocument/2006/relationships/image" Target="/ppt/media/image6.svg" Id="Rba76f85302a0431e" /><Relationship Type="http://schemas.openxmlformats.org/officeDocument/2006/relationships/notesSlide" Target="/ppt/notesSlides/notesSlide6.xml" Id="R20889437efe045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af9afbadf4102" /><Relationship Type="http://schemas.openxmlformats.org/officeDocument/2006/relationships/image" Target="/ppt/media/image7.png" Id="Rd74cfd8d7fa64afd" /><Relationship Type="http://schemas.openxmlformats.org/officeDocument/2006/relationships/image" Target="/ppt/media/image7.svg" Id="R804e8f2d11ed4fa4" /><Relationship Type="http://schemas.openxmlformats.org/officeDocument/2006/relationships/notesSlide" Target="/ppt/notesSlides/notesSlide7.xml" Id="R4a0004ee7f6449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e3ad39de34dbe">
            <a:extLst>
              <a:ext uri="{96DAC541-7B7A-43D3-8B79-37D633B846F1}">
                <asvg:svgBlip xmlns:asvg="http://schemas.microsoft.com/office/drawing/2016/SVG/main" r:embed="R20e7d68db02c48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24229CE-A102-4799-A698-50CBA55D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3B4D43E-51E7-490F-8C0E-D6DD98C7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593205-522A-4346-8B81-D2C3A846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CE613E1-83F0-480D-89D0-507CBA57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Give your team AI.</a:t>
            </a:r>
          </a:p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Keep control.</a:t>
            </a:r>
          </a:p>
        </p:txBody>
      </p:sp>
      <p:sp>
        <p:nvSpPr>
          <p:cNvPr id="6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5793EE2A-4C6A-421E-8511-B538C146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7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0D92F620-60F3-4985-A856-53E27841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Apache-2.0 core  •  v1.3.0 source release</a:t>
            </a:r>
          </a:p>
        </p:txBody>
      </p:sp>
    </p:spTree>
    <p:extLst>
      <p:ext uri="{BB962C8B-B14F-4D97-AF65-F5344CB8AC3E}">
        <p14:creationId xmlns:p14="http://schemas.microsoft.com/office/powerpoint/2010/main" val="5157746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c060be9474ee7">
            <a:extLst>
              <a:ext uri="{96DAC541-7B7A-43D3-8B79-37D633B846F1}">
                <asvg:svgBlip xmlns:asvg="http://schemas.microsoft.com/office/drawing/2016/SVG/main" r:embed="Rfba206b9500340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D05C0B-A90D-4644-B0AD-50ADEAE9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9404FDB7-2239-44E2-957E-C14494F9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E22C227-10E9-4858-9B5D-537A76A6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1B02F1-7714-4025-A113-88AE76F1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6" name="arrow-one">
            <a:extLst xmlns:a="http://schemas.openxmlformats.org/drawingml/2006/main">
              <a:ext uri="{FF2B5EF4-FFF2-40B4-BE49-F238E27FC236}">
                <a16:creationId xmlns:a16="http://schemas.microsoft.com/office/drawing/2014/main" id="{519A758A-5633-46D1-97C0-46CDEDE7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arrow-two">
            <a:extLst xmlns:a="http://schemas.openxmlformats.org/drawingml/2006/main">
              <a:ext uri="{FF2B5EF4-FFF2-40B4-BE49-F238E27FC236}">
                <a16:creationId xmlns:a16="http://schemas.microsoft.com/office/drawing/2014/main" id="{2413EA20-DE0A-4501-BDEA-A76CE137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6D600AE5-E3B2-4DBC-8B50-68FABCDF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9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40758204-7994-4D2E-A2D8-CE3BB4A7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10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C2CF0E48-E1ED-4E70-A931-AA428B8F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11" name="HORMUZ">
            <a:extLst xmlns:a="http://schemas.openxmlformats.org/drawingml/2006/main">
              <a:ext uri="{FF2B5EF4-FFF2-40B4-BE49-F238E27FC236}">
                <a16:creationId xmlns:a16="http://schemas.microsoft.com/office/drawing/2014/main" id="{1BDA5820-7CFF-4640-832C-C7BAF2EF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2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69725539-ECC9-4D2A-B73E-6F8E883F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3" name="HORMUZ-body">
            <a:extLst xmlns:a="http://schemas.openxmlformats.org/drawingml/2006/main">
              <a:ext uri="{FF2B5EF4-FFF2-40B4-BE49-F238E27FC236}">
                <a16:creationId xmlns:a16="http://schemas.microsoft.com/office/drawing/2014/main" id="{5B22D98B-96AB-4F7E-A226-03BDAE1A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4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60CB6D89-F067-4523-814F-D79D0628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5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016C9890-61A4-4DC7-B0F5-4D3B290D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6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2807E380-F1DB-4C24-ADD5-0DBB7F1E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7" name="metadata">
            <a:extLst xmlns:a="http://schemas.openxmlformats.org/drawingml/2006/main">
              <a:ext uri="{FF2B5EF4-FFF2-40B4-BE49-F238E27FC236}">
                <a16:creationId xmlns:a16="http://schemas.microsoft.com/office/drawing/2014/main" id="{55946A0A-A615-4C32-B10B-6EAA2233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18" name="boundary">
            <a:extLst xmlns:a="http://schemas.openxmlformats.org/drawingml/2006/main">
              <a:ext uri="{FF2B5EF4-FFF2-40B4-BE49-F238E27FC236}">
                <a16:creationId xmlns:a16="http://schemas.microsoft.com/office/drawing/2014/main" id="{DB860C60-536E-4D29-AD0F-0C668443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20103401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04ea5c06642df">
            <a:extLst>
              <a:ext uri="{96DAC541-7B7A-43D3-8B79-37D633B846F1}">
                <asvg:svgBlip xmlns:asvg="http://schemas.microsoft.com/office/drawing/2016/SVG/main" r:embed="R9a2fbc4ebcc142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28862FD-714A-4E0B-B1C7-7724ACEE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BAA09E78-C308-438D-8F94-0B15CBD9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532501F-D8F3-4475-8FBE-7F4AE089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123560-C266-48A9-B6D3-55FC0706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6" name="zero">
            <a:extLst xmlns:a="http://schemas.openxmlformats.org/drawingml/2006/main">
              <a:ext uri="{FF2B5EF4-FFF2-40B4-BE49-F238E27FC236}">
                <a16:creationId xmlns:a16="http://schemas.microsoft.com/office/drawing/2014/main" id="{8B80A28D-C7E8-455A-BBD7-54E53DEA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zero-label">
            <a:extLst xmlns:a="http://schemas.openxmlformats.org/drawingml/2006/main">
              <a:ext uri="{FF2B5EF4-FFF2-40B4-BE49-F238E27FC236}">
                <a16:creationId xmlns:a16="http://schemas.microsoft.com/office/drawing/2014/main" id="{ADA32F23-60FC-4990-B9EC-DFB0EDEA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8" name="checks">
            <a:extLst xmlns:a="http://schemas.openxmlformats.org/drawingml/2006/main">
              <a:ext uri="{FF2B5EF4-FFF2-40B4-BE49-F238E27FC236}">
                <a16:creationId xmlns:a16="http://schemas.microsoft.com/office/drawing/2014/main" id="{F039F19A-96EC-4DD5-9120-6B982033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9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22EDF150-9CFE-4DF3-A2F5-9A91C713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10859147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189ea9011404d">
            <a:extLst>
              <a:ext uri="{96DAC541-7B7A-43D3-8B79-37D633B846F1}">
                <asvg:svgBlip xmlns:asvg="http://schemas.microsoft.com/office/drawing/2016/SVG/main" r:embed="Ra65760150d6d4a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6D02B1D-A7E9-4F50-8F90-BC16D7EF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3407F530-8335-4118-B00A-0FBB0765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0564CE08-3D02-4CD7-9F4D-70631670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23805A-6B8F-49DC-99D4-25CF8A26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6" name="oss-title">
            <a:extLst xmlns:a="http://schemas.openxmlformats.org/drawingml/2006/main">
              <a:ext uri="{FF2B5EF4-FFF2-40B4-BE49-F238E27FC236}">
                <a16:creationId xmlns:a16="http://schemas.microsoft.com/office/drawing/2014/main" id="{56811486-E964-457E-9919-9BB16B37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7" name="oss-body">
            <a:extLst xmlns:a="http://schemas.openxmlformats.org/drawingml/2006/main">
              <a:ext uri="{FF2B5EF4-FFF2-40B4-BE49-F238E27FC236}">
                <a16:creationId xmlns:a16="http://schemas.microsoft.com/office/drawing/2014/main" id="{7D94D31E-2FF9-4D7C-BD61-614F6524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8" name="paid-title">
            <a:extLst xmlns:a="http://schemas.openxmlformats.org/drawingml/2006/main">
              <a:ext uri="{FF2B5EF4-FFF2-40B4-BE49-F238E27FC236}">
                <a16:creationId xmlns:a16="http://schemas.microsoft.com/office/drawing/2014/main" id="{D75538BF-64DA-44B0-95FF-2BEB7C73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90-day pilot · $15,000</a:t>
            </a:r>
          </a:p>
        </p:txBody>
      </p:sp>
      <p:sp>
        <p:nvSpPr>
          <p:cNvPr id="9" name="paid-body">
            <a:extLst xmlns:a="http://schemas.openxmlformats.org/drawingml/2006/main">
              <a:ext uri="{FF2B5EF4-FFF2-40B4-BE49-F238E27FC236}">
                <a16:creationId xmlns:a16="http://schemas.microsoft.com/office/drawing/2014/main" id="{89307B5C-A992-4468-9EC7-0DEEBFD6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10" name="same-core">
            <a:extLst xmlns:a="http://schemas.openxmlformats.org/drawingml/2006/main">
              <a:ext uri="{FF2B5EF4-FFF2-40B4-BE49-F238E27FC236}">
                <a16:creationId xmlns:a16="http://schemas.microsoft.com/office/drawing/2014/main" id="{A07E7EA9-EAE1-4E4E-AE67-0FA6D0B7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USD · one team, one workflow. Optional support from $2,000/month. Provider usage, infrastructure, and applicable taxes are additional.</a:t>
            </a:r>
          </a:p>
        </p:txBody>
      </p:sp>
    </p:spTree>
    <p:extLst>
      <p:ext uri="{BB962C8B-B14F-4D97-AF65-F5344CB8AC3E}">
        <p14:creationId xmlns:p14="http://schemas.microsoft.com/office/powerpoint/2010/main" val="1321278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8fd91f8a9423e">
            <a:extLst>
              <a:ext uri="{96DAC541-7B7A-43D3-8B79-37D633B846F1}">
                <asvg:svgBlip xmlns:asvg="http://schemas.microsoft.com/office/drawing/2016/SVG/main" r:embed="Rb91b5bcd35c042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109C5AC-EAFB-4328-86A0-23FC22A7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B02AAA16-8741-4032-87A7-40751CB2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C9D6781-BF07-433E-AAA6-B8F2EF27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0CD17D-2F7A-48F4-8B40-531A4458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6" name="release">
            <a:extLst xmlns:a="http://schemas.openxmlformats.org/drawingml/2006/main">
              <a:ext uri="{FF2B5EF4-FFF2-40B4-BE49-F238E27FC236}">
                <a16:creationId xmlns:a16="http://schemas.microsoft.com/office/drawing/2014/main" id="{541270BE-90C7-4494-9DD9-4F069F02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v1.3.0 source + Apple Silicon app</a:t>
            </a:r>
          </a:p>
        </p:txBody>
      </p:sp>
      <p:sp>
        <p:nvSpPr>
          <p:cNvPr id="7" name="oci">
            <a:extLst xmlns:a="http://schemas.openxmlformats.org/drawingml/2006/main">
              <a:ext uri="{FF2B5EF4-FFF2-40B4-BE49-F238E27FC236}">
                <a16:creationId xmlns:a16="http://schemas.microsoft.com/office/drawing/2014/main" id="{B8D58035-A154-4ED4-A2A3-6CCBA8AA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Personal Optimizer: macOS 14+ on Apple Silicon. Signed OCI: v1.3.0 linux/amd64.</a:t>
            </a:r>
          </a:p>
        </p:txBody>
      </p:sp>
      <p:sp>
        <p:nvSpPr>
          <p:cNvPr id="8" name="operators">
            <a:extLst xmlns:a="http://schemas.openxmlformats.org/drawingml/2006/main">
              <a:ext uri="{FF2B5EF4-FFF2-40B4-BE49-F238E27FC236}">
                <a16:creationId xmlns:a16="http://schemas.microsoft.com/office/drawing/2014/main" id="{318AD001-04A5-4E97-ADEA-89089114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9" name="nonclaims">
            <a:extLst xmlns:a="http://schemas.openxmlformats.org/drawingml/2006/main">
              <a:ext uri="{FF2B5EF4-FFF2-40B4-BE49-F238E27FC236}">
                <a16:creationId xmlns:a16="http://schemas.microsoft.com/office/drawing/2014/main" id="{F82E6D0D-C2D8-4B0F-9CBA-53EC5BCD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Not claimed: complete semantic DLP, per-inference human approval, reconciled provider invoices, generally available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14577864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f62fff40047fe">
            <a:extLst>
              <a:ext uri="{96DAC541-7B7A-43D3-8B79-37D633B846F1}">
                <asvg:svgBlip xmlns:asvg="http://schemas.microsoft.com/office/drawing/2016/SVG/main" r:embed="Rba76f85302a043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2E71E24-8277-41B9-B987-2DB2E3BB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B499F181-754B-4222-9BC6-49DB195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C2422535-3A79-4F71-ADD2-06028402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CC28A8-AE89-4489-9D83-BAE1B4F2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6" name="phase-01">
            <a:extLst xmlns:a="http://schemas.openxmlformats.org/drawingml/2006/main">
              <a:ext uri="{FF2B5EF4-FFF2-40B4-BE49-F238E27FC236}">
                <a16:creationId xmlns:a16="http://schemas.microsoft.com/office/drawing/2014/main" id="{6E248DB1-F89E-4994-8D7A-C2C4EB17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7B97CDA0-1FB0-415B-8779-6CA5EECE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8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FCBBE47F-F1F9-4FFE-896D-E0943B86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9" name="phase-02">
            <a:extLst xmlns:a="http://schemas.openxmlformats.org/drawingml/2006/main">
              <a:ext uri="{FF2B5EF4-FFF2-40B4-BE49-F238E27FC236}">
                <a16:creationId xmlns:a16="http://schemas.microsoft.com/office/drawing/2014/main" id="{CF3F4BD7-40F0-4C3F-B84A-4D0E24F4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ABA8F351-AF60-4C9E-89F1-04C7E2B5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11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A3BFB49D-3D2C-4068-B93B-285FFF4F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2" name="phase-03">
            <a:extLst xmlns:a="http://schemas.openxmlformats.org/drawingml/2006/main">
              <a:ext uri="{FF2B5EF4-FFF2-40B4-BE49-F238E27FC236}">
                <a16:creationId xmlns:a16="http://schemas.microsoft.com/office/drawing/2014/main" id="{0FC8F985-96BE-4F30-B255-B3A1C4EF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A392A904-3860-42F4-962B-5B77B452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4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3D0C8038-B17D-454E-A83C-8AA8A1D9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5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86DFF5BD-60DB-464E-91DC-7738ACF1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20754686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cfd8d7fa64afd">
            <a:extLst>
              <a:ext uri="{96DAC541-7B7A-43D3-8B79-37D633B846F1}">
                <asvg:svgBlip xmlns:asvg="http://schemas.microsoft.com/office/drawing/2016/SVG/main" r:embed="R804e8f2d11ed4f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62526C6-48F5-478E-8408-7708669C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F58F7E35-9714-4F37-B1EA-1EAA511E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40AD235-8135-4A23-BE44-93A9607A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3DBDA9-3C51-4415-9B43-29A63FB3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6" name="next-step">
            <a:extLst xmlns:a="http://schemas.openxmlformats.org/drawingml/2006/main">
              <a:ext uri="{FF2B5EF4-FFF2-40B4-BE49-F238E27FC236}">
                <a16:creationId xmlns:a16="http://schemas.microsoft.com/office/drawing/2014/main" id="{9F063A12-6BC2-40E6-95A9-9857993B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7" name="contact">
            <a:extLst xmlns:a="http://schemas.openxmlformats.org/drawingml/2006/main">
              <a:ext uri="{FF2B5EF4-FFF2-40B4-BE49-F238E27FC236}">
                <a16:creationId xmlns:a16="http://schemas.microsoft.com/office/drawing/2014/main" id="{307D19A0-545F-49CA-99F3-F64C5A9C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mehrdadz@neuralint.io</a:t>
            </a:r>
          </a:p>
        </p:txBody>
      </p:sp>
      <p:sp>
        <p:nvSpPr>
          <p:cNvPr id="8" name="website">
            <a:extLst xmlns:a="http://schemas.openxmlformats.org/drawingml/2006/main">
              <a:ext uri="{FF2B5EF4-FFF2-40B4-BE49-F238E27FC236}">
                <a16:creationId xmlns:a16="http://schemas.microsoft.com/office/drawing/2014/main" id="{C1BE04D5-42BD-4BC6-903B-446DE35E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</a:t>
            </a:r>
          </a:p>
        </p:txBody>
      </p:sp>
    </p:spTree>
    <p:extLst>
      <p:ext uri="{BB962C8B-B14F-4D97-AF65-F5344CB8AC3E}">
        <p14:creationId xmlns:p14="http://schemas.microsoft.com/office/powerpoint/2010/main" val="17978392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2026-09-29T00:14:17.4380000Z</dcterms:created>
  <dcterms:modified xsi:type="dcterms:W3CDTF">2026-09-29T00:14:17.4380000Z</dcterms:modified>
</coreProperties>
</file>